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5" r:id="rId3"/>
    <p:sldId id="332" r:id="rId4"/>
    <p:sldId id="333" r:id="rId5"/>
    <p:sldId id="334" r:id="rId6"/>
    <p:sldId id="31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25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3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미국 도시의 수치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19–20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 전환기 미국 대도시는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이민 급증 속 도시 행정 실패하는 경우가 많이 나타남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도시의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수치”가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공론화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진보주의 개혁은 “과학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시민참여”를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전면에 내세움으로써 도시 부패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비효율을 제도적으로 교정하려는 시도라고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애덤스는 행정 실패의 근거를 왜 ‘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18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 이상주의와 현실 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괴리’에서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찾았나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43BD-8C6F-FDA1-BD2C-96544DBE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A8E9236-1CB4-D569-69CC-BD50399C7CB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93E4BD-82FE-C3DA-BEFB-B2637436BFC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B35CF3-4282-6D74-07BF-377A65A79A4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32CDC7-0042-30F6-4CCC-906E74921E6A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미국 도시의 수치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8BE94-5141-FC40-F4D5-84C0DA54B8FC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“민주주의의 병폐를 치유하는 것은 더 많은 민주주의다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확대가 개혁의 기본 해법이라는 시대 인식을 반영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제인 애덤스의 핵심 주장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이상과 현실의 괴리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②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단속’ 위주 행정의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③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시민의 ‘과정 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참여권’의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중요성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④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관계의 공개적 토론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시민사회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삼각축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민주적 자치 ↔ 관료행정 ↔ 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이익집단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애덤스의 통찰은 오늘날에도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도시행정의 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 역량 등에서 시사점을 제시하고 있음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87041A6-563C-BCC0-6E17-2808B9BA2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D6ABE03-4637-37E4-F19A-E79F4A411F9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07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A784-D4DC-0953-FF37-0BB9168B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F21EC53-C2EB-140E-18A2-D2BB4FD4B0A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A3FB9F-951E-CE85-2D8E-CFCA6CF8ABF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D0B38-352F-8CB8-00ED-60ABED8800E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F5FB6-19CF-22FF-3414-750990AF8A52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제인 애덤스는 누구인가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? 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FC2BE1-5173-3E54-4663-BF73D36078C5}"/>
              </a:ext>
            </a:extLst>
          </p:cNvPr>
          <p:cNvSpPr txBox="1"/>
          <p:nvPr/>
        </p:nvSpPr>
        <p:spPr>
          <a:xfrm>
            <a:off x="1079999" y="1671814"/>
            <a:ext cx="717649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Jane Addams (1860–1935):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미국의 사회개혁가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평화운동가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시카고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헐하우스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(Hull House)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 설립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(1889)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노벨평화상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(1931)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수상 → 여성 최초의 미국인 수상자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국제평화운동과 사회개혁 공로 인정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 저작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Democracy and Social Ethics(1902),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“Problems of Municipal Administration”(1904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발표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/1905 AJS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수록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C9A7956-BC5F-D143-4F74-7C42AF4CE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1C2DF81-58AA-3188-9B40-43D7C1B2480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>
            <a:extLst>
              <a:ext uri="{FF2B5EF4-FFF2-40B4-BE49-F238E27FC236}">
                <a16:creationId xmlns:a16="http://schemas.microsoft.com/office/drawing/2014/main" id="{524D262A-3A42-85D3-D64A-D64DF0AF4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494" y="1971835"/>
            <a:ext cx="3319742" cy="331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408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E81E3-8B48-38CE-33A5-702EB953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4689AA8-FA26-B816-9E66-4688D94F2E3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4F16FE-569F-B581-7501-ACE4A2D2E75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56E1E-FAD3-0797-7DAD-33189529CB6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2B93C-3824-E829-0363-51E07E2E399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제인 애덤스는 누구인가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? 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0B8D7-CBF7-52C8-8E85-C97C5EC4CDF8}"/>
              </a:ext>
            </a:extLst>
          </p:cNvPr>
          <p:cNvSpPr txBox="1"/>
          <p:nvPr/>
        </p:nvSpPr>
        <p:spPr>
          <a:xfrm>
            <a:off x="1079999" y="1671815"/>
            <a:ext cx="6410013" cy="420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인보관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(Settlement)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이민자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 지원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아동보호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법률상담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 커뮤니티 역량 강화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실험실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최초의 공원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공공부엌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특수교육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소년법원 도입 등에 촉매 → 행정의 사회적 기능을 확장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전문성과 민주성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요구를 동시에 제기 → 오늘날 협력적 거버넌스 논쟁의 원형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E0D88E3-224F-AC56-6B54-2D88A5C46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5C98B2-B605-3D4B-396D-C96873E5D92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ull House | History, Significance, Jane Addams, &amp; Museum | Britannica">
            <a:extLst>
              <a:ext uri="{FF2B5EF4-FFF2-40B4-BE49-F238E27FC236}">
                <a16:creationId xmlns:a16="http://schemas.microsoft.com/office/drawing/2014/main" id="{BAC176A7-4F31-32D2-F953-000D5BA18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339" y="1087443"/>
            <a:ext cx="3615928" cy="247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ne Addams Hull-House Museum · Sites · Open House Chicago">
            <a:extLst>
              <a:ext uri="{FF2B5EF4-FFF2-40B4-BE49-F238E27FC236}">
                <a16:creationId xmlns:a16="http://schemas.microsoft.com/office/drawing/2014/main" id="{3D57F514-7532-0396-6E54-D644461AC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339" y="3357095"/>
            <a:ext cx="3615928" cy="23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23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도시 행정의 실패 원인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309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“시 행정의 공공연한 실패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이른바 ‘미국 도시의 수치’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도시의 수치’ 담론은 도시행정의 구조적 실패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 급증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 경직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기원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청렴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효율의 결핍을 행정기술의 부족만이 아니라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설계 미스매치로 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법집행만이 아니라 사회적 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공중보건까지 포괄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 확장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학습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수치’는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도덕적 비난이 아니라 제도 진단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개혁의 디자인 문제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67A6-8F64-ED92-69E0-9EFB2651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B31C04-4591-CB82-9321-FDC5BDE8B08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8A1779-C71F-8214-90BD-604E105CAB3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19EE46-5E17-1995-D493-5F83B2270AD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EBB621-05F8-47BE-08EC-A96A9D6DDB94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구조적 실패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제도 수입의 함정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이상과 현실의 괴리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BCBDD7-64B1-A1EC-56B2-EAF18058A41F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18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세기의 이상주의자들은 역사의 뿌리가 갖는 힘을 몰랐고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자치 정부 또한 고유한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발전의 역사가 있다는 사실을 간과했습니다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전통 모방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시민불신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시민의 자생적 역량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관습을 제도설계에 반영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민주주의의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실천학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부재 → 역사적 학습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피드백이 결여된 헌정주의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오늘날에도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좋은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법’만으로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충분한가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 메커니즘 설계가 관건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E79BE71-F1EE-B3FF-E918-A84599222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645311B-044F-848C-3FDF-35DE423253A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592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5F2E8-7201-1D9A-9887-31DC7832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252D55-FE24-9D50-0ADC-C84C3335D61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E28C84-BF71-7B4E-7FB7-F455C69516F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8C2DD-7354-9D4E-CC08-4AE7FCCA15A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540273-89DE-C2A4-B563-653F0F8D3F0D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구조적 실패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시민 경험과 행정의 분리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4F8CCD-2BCD-EBDB-FB78-E80EB60FD3B9}"/>
              </a:ext>
            </a:extLst>
          </p:cNvPr>
          <p:cNvSpPr txBox="1"/>
          <p:nvPr/>
        </p:nvSpPr>
        <p:spPr>
          <a:xfrm>
            <a:off x="1079999" y="1671814"/>
            <a:ext cx="10390741" cy="3720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건국의 아버지들이 내세운 화려한 미사여구에도 불구하고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정부는 시민들의 일상생활과 동떨어진 별개의 존재가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되어버렸음을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쉽게 알 수 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 경험과 행정조직이 분리되면 정당성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순응이 약화됨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결핍된 탁상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관료주의 문제점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집행비용↑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신뢰↓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이에 대한 해법은 커뮤니티 기반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동네보건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학교 연계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제도화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인터페이스를 재설계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접점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하자는 주장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DF393AF-FC80-CF8C-D326-34407187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C4681B4-8318-0996-254D-F28382C221F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18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D06A-98B5-7475-EE13-ABC35E9C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1F813D6-A1D1-A8EB-9474-41702DA19ED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541D09-2870-44AF-0D70-B7407A24729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46C8B-C0E6-EA96-9F83-D46BD0936D7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D997B6-C23B-877C-AA2E-63DF80182734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절차와 참여의 가치 강조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79D545-BA35-B8C6-1DA9-B9367938DF2C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 서비스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 시민에게는 혜택보다 과정에 참여할 권리가 더 중요했습니다”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(outcome)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만이 아니라 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(procedure)·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(process)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가치로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 전환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민주적 역량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공적 미덕을 학습시키는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학교’로서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기능할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시민이 참여할수록 신뢰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책임성이 강화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정치효능감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정책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순응성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↑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설계는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숙의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공개토론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현장위원회 등 제도적 통로 보장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B88274B-2152-7C2A-5C14-7C699C551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43D0B81-AD37-F422-E89E-21417E436E4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059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9C3C-7474-EA5D-1DCC-04CEC922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562A19A-3443-95A0-802C-399F77E5AC0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8F6C99-430F-C266-0433-FA29194CEDF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287ED-416D-2FFA-73E2-5B4BB2EA0F2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45ED21-7C63-43A3-C7FF-1820CC5C58DF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단속 위주의 행정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AF8ACD-0B05-90E5-C23A-F2AD75274F27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“오늘날 미국의 시 행정은 각종 규제와 단속 위주의 행정으로 전락하고 말았습니다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단속 중심의 행정은 소수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문제집단’과의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접촉만 늘려 편향 유발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선의의 시민 다수는 관여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참여의 통로가 사라져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무관심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일관하게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서비스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역량강화 중심의 행정 포트폴리오로 전환하는 것이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성과관리에 있어서도 단속 실적이 아닌 문제 예방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공동체 지표로 성과 측정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AC3D0D2-C3FC-90E3-689C-FC9BD40C6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DF3E98-D2DC-AB31-FA3E-66C16EDD831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956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9EC-0655-DBA1-D8D5-70B6FD3F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885550-EFEB-ED05-A09C-8083AC393AB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77962B-2FFF-3B70-3852-2D682781C1E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FC8E85-24F9-11D7-9AD5-816C86C76774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2ADC9-DB93-E041-7CD8-848668C050C0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무관심한 시민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vs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직업 정치인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903D1-453A-A371-79DA-C10D26F23A83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“민주주의 사회에서는 결국 정치적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이나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빽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자리를 얻은 사람들의 손에 맡겨지게 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법의 규제를 받아야 할 사람들과 같은 편이고 그들을 동정하는 사람들이 법을 집행해야 하는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현실 괴리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시민을 관객으로 만들고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정치는 브로커가 주도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정치기계들의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 사람’ 네트워크가 도시 행정을 대체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 훼손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개방형 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공개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시민평가 등으로 구조 교정할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일상적 접촉면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주민센터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스쿨보드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창구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민주화해야 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DEF810-8DE7-6CC3-B550-1B40EF35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F07144-0B88-F506-CDBD-FEA737CC199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101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7C08-0EF6-C134-6BAE-FAC6DB32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F4F779D-7BF3-F04B-CADE-8A3D1490D77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B52489-90F2-101C-2751-59DD5640830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E1F5CD-177B-BC0A-1235-4B033284386E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6EB70-A843-6AAE-A2C6-05DA1D63F2D9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경찰과 범죄의 동맹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86415-88C5-B85C-C8CE-80E02267584A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“경찰 당국이 악과 범죄의 동맹으로 변질되는 것입니다”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규제의 집행을 선거정치가 포획 → 경찰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불법산업 유착으로 이어짐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실행이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불가능한’ 규정은 암시장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뇌물 유발 → 실효성 상실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이에 대한 처방은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집행가능한 규범 재설계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독립감사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시민감시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 공정성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(Equity in Enforcement)·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신뢰도 지표 도입을 통해 개혁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8B5216B-CA73-9FB0-F6F4-71F07022F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849A64D-3AA6-9568-05C0-FC5756FF7EC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5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5C78-9351-049F-838C-012DA3ED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FA69F2-07D5-0185-0B33-1C9B3392F41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FAFC75-910A-0FC2-CF69-2A653EBCD7C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38B15A-5AC7-11F5-3F1E-997923CF418C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775EE-EE1C-D424-BFDF-8CB7730A2E16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산업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 관계와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공개성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E2563E-D7DC-8871-D953-8D5048B06A3B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“정부는 마치 타조가 모래에 머리를 박듯 산업 문제를 외면합니다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이익집단 영향은 현실적으로 존재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숨기면 불신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음영지대만 확대할 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이해충돌 규정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 청문을 일상화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 확장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기업만 아닌 시민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지역단체의 균형 참여 설계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이처럼 정책 형성 과정의 투명성도 성과관리 지표에 포함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B1CF78-053D-5E0A-2A43-E557C748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11B621-DA54-F7B5-9463-05411A1745D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586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493D-9C00-F8B4-8171-17A4F42B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809BF2B-E3AB-6ED4-C607-40510569F48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A428F0-46A5-41F7-22DA-3B76F485635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13F61D-8546-5118-2512-4599CAE94BC1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263797-511B-0F20-F8B1-A298FCF70C98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도시는 개혁의 중심지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79AEE9-5C29-2A4D-492F-407F8EEEDFE4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“도시는 자유의 요람이자 오늘날 급진주의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중심지”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밀집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다양성은 사회적 상상력과 연대의 토대가 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대도시가 정부개혁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복지실험의 선도 무대가 되어 혁신을 달성해야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혁신전략은 구역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동네 단위의 실험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파일럿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스케일업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학습은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실험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확산의 학습루프를 설계함으로써 달성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A15CDFD-6CFC-4245-1283-F0C99136F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7426323-F624-A715-AA39-C4522E1CB0C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30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4563-59CC-A91A-5369-C155C369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20243DD-62CB-0A32-F9D1-8FE92BEB0AA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32CB04-13F8-250A-2FD9-E1007371E4A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985B55-8B3E-B395-1338-63D30AAFC0B6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3F4019-78D0-45ED-5721-2E329DE50ED0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더 많은 민주주의의 실천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A5BFB8-73F0-98AD-FB90-6A77F807E870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“시민의 힘을 억누르지 않고 풀어주는 정부를 신뢰할 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민주정부의 본질은 시민 역량 개방과 신뢰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전문성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민주성의 균형 설계자라고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핵심적인 원리는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접근성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반응성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공개성의 보장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좋은 정부는 결국 더 많은 민주주의를 실천하는 정부임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77DFE1-F7F1-2B34-0876-DE5D7D619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58094F-CF2A-116B-6D37-4A8C0BCCB9A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635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8F32-B0CF-0664-34DA-627FC031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53E3D98-60EA-5DD7-9A95-7A0C7CF17BD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3FF5CE-6296-3B67-984B-428CEADAFE8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AD3CF8-5643-1BDF-72C9-853416D478A2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8A60F4-A753-DD89-1C69-C0F45B2EBB14}"/>
              </a:ext>
            </a:extLst>
          </p:cNvPr>
          <p:cNvSpPr txBox="1"/>
          <p:nvPr/>
        </p:nvSpPr>
        <p:spPr>
          <a:xfrm>
            <a:off x="1235998" y="757300"/>
            <a:ext cx="724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더 나은 지방자치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?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CEFF2-3C6E-E1DE-D1B2-2046226FC1F6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현실 간극 해소 필요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형식적 제도는 갖춰졌지만 실제 운영은 경직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비효율적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주민 생활에 맞는 제도 설계와 현장 적합성 강화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 참여의 제도화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‘의견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수렴’이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아닌 참여예산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공론화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숙의 민주주의를 통해 과정 자체의 민주적 가치를 보장해야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서비스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예방 중심 행정으로 전환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단속 위주의 집행에서 벗어나 복지 사각지대 발굴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맞춤형 지역 지원 같은 적극적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예방적 행정이 요구됨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투명성과 신뢰 확보산업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이익집단과의 관계를 투명하게 공개 → 신뢰성 ↑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A04E99D-540D-E804-6099-4BC063B6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3837847-9269-19CD-75E8-0A453F8B340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263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4217</TotalTime>
  <Words>1125</Words>
  <Application>Microsoft Office PowerPoint</Application>
  <PresentationFormat>와이드스크린</PresentationFormat>
  <Paragraphs>104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479</cp:revision>
  <dcterms:created xsi:type="dcterms:W3CDTF">2025-03-10T02:54:00Z</dcterms:created>
  <dcterms:modified xsi:type="dcterms:W3CDTF">2025-09-30T02:27:36Z</dcterms:modified>
</cp:coreProperties>
</file>