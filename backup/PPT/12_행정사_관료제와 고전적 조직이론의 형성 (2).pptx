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324" r:id="rId4"/>
    <p:sldId id="325" r:id="rId5"/>
    <p:sldId id="323" r:id="rId6"/>
    <p:sldId id="314" r:id="rId7"/>
    <p:sldId id="315" r:id="rId8"/>
    <p:sldId id="329" r:id="rId9"/>
    <p:sldId id="316" r:id="rId10"/>
    <p:sldId id="317" r:id="rId11"/>
    <p:sldId id="326" r:id="rId12"/>
    <p:sldId id="328" r:id="rId13"/>
    <p:sldId id="327" r:id="rId14"/>
    <p:sldId id="318" r:id="rId15"/>
    <p:sldId id="322" r:id="rId16"/>
    <p:sldId id="25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레오나드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화이트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레오나드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화이트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(1891~1958)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미국의 정치학자이자 행정사학자로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발전에 핵심적 역할을 한 인물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역사적 관점에서 미국 행정 제도의 발전을 분석한 행정사 저작으로도 유명하며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사망 후 그의 마지막 저작인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The Republican Era: 1869–1901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1959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퓰리처상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(Pulitzer Prize)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수상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White, Leonard D.">
            <a:extLst>
              <a:ext uri="{FF2B5EF4-FFF2-40B4-BE49-F238E27FC236}">
                <a16:creationId xmlns:a16="http://schemas.microsoft.com/office/drawing/2014/main" id="{B3D3682C-D569-8C86-24ED-FC95340A1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387" y="1304777"/>
            <a:ext cx="3063621" cy="397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레오나드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화이트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White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1926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년에 발표한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Introduction to the Study of Public Administration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공공행정학 분야에서 최초의 교과서 중 하나로 평가됨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행정이 단순한 관리 기술만이 아니라 연구 대상이 되는 학문적 분야임을 확립하는 데 큰 영향을 미침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White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행정 현상을 단일 사건이 아닌 역사적 흐름 속에서 발전해 온 제도적 변화로 보았음 → 미국의 여러 시기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연방주의 시대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제퍼소니안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시대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잭슨 시대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공화당 시대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주제로 한 행정사 저작을 집필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 선택이 이후의 발전 방향을 제약한다는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경로의존성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강조했다는 평가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5FBB8-771F-2A57-6830-0261B8BF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0B985F4-CAFC-04E6-3B8F-E55FC8BBFF2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3E121C-3C26-C0BD-B018-7D0FDDA0A00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79A6F6-EA1B-66EF-F4AD-8EF68AC5059B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CF2F52-90CE-16C0-8484-102FF93D2871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레오나드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화이트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A550D7-2BD3-ADC5-C917-A86485A49CFB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White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행정사 중심 접근은 매우 통찰력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때로는 행정 내부의 역동성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이론의 비정형적 변수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인간적 요인 등을 충분히 설명하지 못한다는 비판도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White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공공행정과 행정 일반 이론 사이의 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행정과 정치의 경계 문제 같은 근본적 모순을 완전히 해결하지는 못했다는 평가도 존재함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행정 이론의 기본 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본질과 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행정과 정치의 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조직의 구조 등을 다룬 이론적 개념들을 제시하고 발전시켰다는 긍정적 평가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26DB4A-C091-F792-B424-1D6AFCA18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80BD4B1-C1BA-5AC3-8625-7DB105AB15C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200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본질과 통일성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 과정에는 본질적 통일성이 존재한다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행정 과정은 단일한 것으로 보아야 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 행정으로 구분하기보다 모든 정부 수준에 공통된 과정으로 이해하는 것이 타당하다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정부 수준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관계없이 본질적으로 동일한 과정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연방으로 구분하는 것은 인위적 구별에 불과함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리더십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사기 진작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모든 정부에 공통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정치적 경계를 초월한 통합적 활동으로 이해해야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관리적 성격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“공공 행정은 국가 목적 달성을 위해 인적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물적 자원을 관리하는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.”’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자원 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(people and things)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중심의 활동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형식적 절차보다 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(management)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측면을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운영을 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 등 다른 사회조직의 관리와 연결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효과적 관리가 모든 조직의 성공 조건이라는 점을 인정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2825-8801-0F46-DE56-A915584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14DC9-1CBB-E071-069F-3E763F97B23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509C18-53EA-9E06-FC45-F642A56B4C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F883-952A-4371-FB6E-C31545D75AA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CB976-A9BF-3A4F-B05C-56AA84B6AEB4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목표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효율적 자원 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A51D-69B2-7851-EA38-CEE72B17DB91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“공공 행정은 국가 목적 달성을 위해 인적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물적 자원을 관리하는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목표는 공무원과 직원들이 활용할 수 있는 자원을 가장 효율적으로 사용하는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궁극적 목적은 낭비 제거와 효율 극대화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물적 자원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건물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인적 자원 모두 관리 대상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공무원은 자원을 경제적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완전하게 사용해야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경제성과 복지의 조화를 추구하는 실천적 활동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877581-EDDE-1894-E4C9-C9E3B568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54237A-6642-BB22-16E8-CD3785D926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35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대도시 보건국의 하루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“아침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직원들이 출근해 근태를 기록하고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전화는 시민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현장 검사원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 부서로부터 끊임없이 걸려온다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White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실제 행정 현장을 통해 복잡한 행정 현실을 묘사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혼란스러워 보이지만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업무는 표준화된 절차와 전문 분업으로 운영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상급자 보고 체계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하급자 실행 구조가 효율적 일상 행정을 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조직적 협력과 분업의 산물임을 강조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역사적 연속성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“전문화는 방법론을 혁신적으로 바꾸었지만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왕실 업무와 관련된 본질적 행정 기능은 예나 지금이나 동일하다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핵심 기능은 시대와 기술이 바뀌어도 동일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고대 서기관과 현대 공무원은 목적 면에서 연속적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차이는 과학과 전문기술의 발전이 가져온 도구의 변화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본질은 공적 업무 수행과 질서 유지에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A0F6-E109-6122-3E13-362F01A4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ACFCFFF-FE2C-BBD9-10BA-C98AF04D338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44B15F-59E9-F14B-2947-BF7AF50D919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60B18F-312A-9621-7279-63D6BF8671E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C0B88-53C8-F9A0-71C8-7221E7DA2B2D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행정과 행정법의 구분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44B1C-87A6-7582-9E47-4FB042196665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“행정법은 개인의 권리 보호를 목적으로 하지만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 행정의 목적은 공적 사무의 효율적 수행이다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행정법은 법적 권한과 권리보호 중심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효율적 관리와 집행에 초점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목적이 다르며 때로는 충돌 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법의 제약 속에서도 최대 성과를 추구해야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F8D5C67-ABDF-1662-789A-2EEAEF046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B4306CA-1E43-5DAC-579C-5FCB4FE5B14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4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AD03-9DCC-11ED-8F79-652A065C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96C124-A435-2767-8B15-46CAE7E449C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700A93-B17D-3A7A-3A7B-98EB085E650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6B5A5-19D6-6C1E-4A6F-548BFFF6ED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21FF2-3EBF-8817-BD9B-9FAEF70C0463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효율성과 책임의 균형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2A5A91-4932-1A5D-130F-F3E12AD18E93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“정부 활동이 확장되면서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권한의 남용을 막기 위한 안전장치가 필요하다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확대는 권한 남용 위험을 동반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 추구와 함께 공무원의 오류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열정 과잉에 대비해야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사적 권리 보호 또한 행정의 핵심 과제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White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효율성과 통제의 이중 균형 원리를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DBC322-1FD1-5DB0-6821-4C721ABD7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1313A9-9A3D-A1ED-085F-F5DC0DDE39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42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1193-BE04-23A0-559F-028C9ECD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FBE534-0C13-209B-F95B-BBE876DA789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92EB8-DE7B-66B7-647E-25A293308E21}"/>
              </a:ext>
            </a:extLst>
          </p:cNvPr>
          <p:cNvSpPr/>
          <p:nvPr/>
        </p:nvSpPr>
        <p:spPr>
          <a:xfrm>
            <a:off x="395860" y="720000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BEF440-C8F6-02CB-65B2-9DDB75EA6713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8AABD-E752-9733-1DE2-7B37418BF4E7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삼권 통합적 성격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8B596-279B-4427-9E7E-16C98127BA46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“행정위원회는 집행적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사법적 권한을 동시에 행사하며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사회적 목적을 위해 정부 기능을 통합하는 수단으로 옹호된다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단순한 집행이 아니라 입법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 기능을 포괄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행정기관은 통합적 권한을 행사하여 복합문제 해결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기능 구분이 점차 융합적 구조로 변화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White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이를 “현대 행정의 새로운 연구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주제”로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80AD68D-1F40-2BA2-9529-035160034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86A400-2878-67E7-23D6-B9AE59790B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791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74DA-52AA-9947-67C5-F54D73E9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DB1550-991D-A3C7-0A6F-43309AF76AB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CAB8AE-4915-9A03-679E-0F13644FD4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5EE2E-B071-1331-A924-4F3082839717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E0CAC-741B-EC92-F680-A5F269CD3FAB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행정과 전문성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AB726-F96C-9C72-9585-25622F20B43F}"/>
              </a:ext>
            </a:extLst>
          </p:cNvPr>
          <p:cNvSpPr txBox="1"/>
          <p:nvPr/>
        </p:nvSpPr>
        <p:spPr>
          <a:xfrm>
            <a:off x="1079999" y="1671814"/>
            <a:ext cx="10390741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“현대 정부의 문제의 핵심은 행정이다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 서비스의 전문가들이 곧 정부인 셈이다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 입법 중심의 통치에서 행정 중심의 통치로 전환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정부는 기술적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전문적 문제 해결이 핵심 과제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전문관료층은 정부 기능 수행의 핵심 주체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복잡성 증가로 인해 전문적 지식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 필수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전문행정은 민주주의와 양립 가능함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766AB9-376E-A840-6222-AC106990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405B6B-5651-187A-5D34-4CDDCF95E87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1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8E37-5942-CDDC-72D0-5E35CAA7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A50C8DF-1023-2124-B504-6400A6552EA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341D4-E068-1AA2-2FC4-F947CAF940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DE3D0-7B27-DF19-1A0F-D24647756329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6F0FA-CD7A-BA27-33C9-D9A4A7200EF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민주국가의 관료제 수용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4D1D9-2CCD-68EA-98D6-CE9AA14BBC59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“민주국가가 영구적 재직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공직을 위한 특별한 훈련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공무원의 직업적 관심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국가에 대한 전적인 충성심을 특징으로 하는 공무원 제도의 장점을 받아들여야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민주주의는 관료제의 장점을 제도적으로 수용해야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직업공무원제는 정치적 중립성과 효율성 확보 수단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독재의 옹호가 아니라 민주적 행정의 강화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민주국가가 효율적 행정을 위해 필요한 전문성과 안정성 확보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E3E145-7785-5969-7C09-3EA7D9DF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F60FEBB-100C-D6A4-73A4-DA17D8C0BD9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2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5D0B-B85A-9701-9193-26C65CD7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663D78E-B149-6DB5-D1F6-7751D587C0E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9A9D4C-0879-ED7D-48B8-B1B679A8494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3AD09-9485-9C7A-A5A1-801FE9F47B2A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1E5AF-862C-33CA-71C2-E28E50D043AE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소결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시대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새로운 과제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6BCDBC-F3BB-0E8A-8B0A-8EF25198113F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“현대 국가의 과제는 모든 방향에서 확대되고 있으며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그에 따라 공공 행정의 범위도 확장되고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과제 확대 → 행정의 기능도 급속히 증가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공공행정은 모든 사회문제 해결의 핵심 도구로 부상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행정개혁 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시대적 요청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White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“행정이 정부의 중심 과제가 될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것”이라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B9D105-70F1-9BF9-41F5-90516CBF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5E076EE-9BC6-080E-F576-7AFE744845D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567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4215</TotalTime>
  <Words>906</Words>
  <Application>Microsoft Office PowerPoint</Application>
  <PresentationFormat>와이드스크린</PresentationFormat>
  <Paragraphs>99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556</cp:revision>
  <dcterms:created xsi:type="dcterms:W3CDTF">2025-03-10T02:54:00Z</dcterms:created>
  <dcterms:modified xsi:type="dcterms:W3CDTF">2025-10-12T05:13:52Z</dcterms:modified>
</cp:coreProperties>
</file>