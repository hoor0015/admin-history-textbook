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77" r:id="rId5"/>
    <p:sldId id="278" r:id="rId6"/>
    <p:sldId id="279" r:id="rId7"/>
    <p:sldId id="280" r:id="rId8"/>
    <p:sldId id="275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99D3-D576-0CEF-2AA6-08250B5C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A60A78-8CEB-7A3C-F8DE-2AB1C255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DA7E77-3D30-947D-C77F-4E0418EBA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CC7F80-9AE8-AF2D-3407-4AB0BD5C1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95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공리주의와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J. Bentham 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7158931" cy="4053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 철학자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법학자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사회개혁가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(1748–1832)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라틴어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바이올린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헨델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옥스퍼드 입학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졸업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변호사 자격 취득 → 경험주의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 계몽사상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볼테르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매료되어 노예제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사형제 폐지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여성참정권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이혼청구권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동성애 처벌 반대 등 급진적 제안 多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사교적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연애 좌절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가계 기대와 불화 → 궁핍 속 집필 몰두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평균 하루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말년에 원고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만여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제러미 벤담 - 위키백과, 우리 모두의 백과사전">
            <a:extLst>
              <a:ext uri="{FF2B5EF4-FFF2-40B4-BE49-F238E27FC236}">
                <a16:creationId xmlns:a16="http://schemas.microsoft.com/office/drawing/2014/main" id="{FCF6ABE0-EDF8-4E3C-6E83-E043D6B2C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481" y="1929071"/>
            <a:ext cx="182880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공리주의와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J. Bentham 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 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(utility) 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쾌락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증진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감소시키는 경향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판단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모든 행위는 공동체 행복 증진 여부로 판단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최대 다수의 최대 행복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정책의 궁극 목적에 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행복 계산법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(felicific calculus):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쾌락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고통을 강도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확실성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근접성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범위로 계량해 비례적 당위를 도출함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주차장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공원은 누구나 혜택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주차장은 차량 소유자 위주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이러한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가지 요건에 대한 총합 기준으로 총점이 높은 대안을 선택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E9CC-F05F-6109-B4B7-FC6B6A63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D9B3C1-F97B-8495-3B86-8C3E67D3EB6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4BEF5E-622D-D523-7712-F7F12173CF4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6DF4B-40FA-BE1D-8043-F1E6D18A2C2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D48E0-44C6-FA09-27C9-6D78CA189EFA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공리주의와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J. Bentham 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BC41C-40E6-172B-6A0E-24FE8856A15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공동체 이익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이익의 총합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이익을 이해하지 못하고 공동체 이익을 말하는 것은 헛일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언론의 자유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비밀선거 주장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법조 관행의 자의성과 부패 비판 → 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정책의 투명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합리화 지향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국가의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입법자는 생계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풍요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안전보장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증진을 목표로 제도를 설계함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벤담의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영향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J.S.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밀에게 파급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증거기반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(EBP),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민사 절차 개혁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민주주의 제도 설계에 큰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488ACB8-27B2-7818-C5C9-749879CF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D9ACB3E-3592-12B9-8103-2695D2345D5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59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3A50B-F543-67BD-47CB-8B5D2D04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6997FAD-EB31-1ED1-5588-FBE4FF9E93E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F7FE1D-0CF7-D474-D28B-624CBCCED0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68E4D-DBB0-6D86-D6BA-AF8CE630A1E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50B09-4B7D-F20B-C81A-07C5A677101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공리의 원리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5FFE4-E6D9-E741-CAC7-6CC6D53E0675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“자연은 인류를 두 주권자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고통과 쾌락의 지배 아래 두었다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옳고 그름의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원인과 결과의 사슬 모두 이 두 요소에 매여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도덕의 근거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쾌락과 고통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“모든 행위를 승인하거나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불승인하는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근거가 그것이 당사자의 행복을 증진시키는 경향에 달려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공리의 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행위의 승인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불승인의 기준은 행복 증진 여부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행위뿐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정부의 조치도 동일하게 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행복을 증가시키면 정당화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감소시키면 반대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B4B05F4-BC93-0398-0AC7-208B7555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838E2B-200F-816D-9804-C0EB8A8BB04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51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EE6F-FF76-5EE9-5F8C-3B0A40AB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95C70A-A4AB-80F7-30D2-B8D87E17698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92348-4C2C-ABDD-825A-12EFF83FC2D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11D46-1A4C-A68B-A294-25D9AC8A48B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434FC-A069-F53B-6981-321D3814D19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공동체의 이익과 옳고 그름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379149-6068-BC17-18D2-C73BC631B706}"/>
              </a:ext>
            </a:extLst>
          </p:cNvPr>
          <p:cNvSpPr txBox="1"/>
          <p:nvPr/>
        </p:nvSpPr>
        <p:spPr>
          <a:xfrm>
            <a:off x="1079999" y="1671814"/>
            <a:ext cx="10390741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“공동체의 이익이란 여러 구성원의 이익의 총합이다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쾌락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행복 산출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or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불행 예방 성질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공동체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구성원 개인들의 집합적 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공동체의 이익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개인의 이익 총합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“공리의 원리에 합치하는 행위라면 그것은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옳다’라고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행위가 공동체 행복을 증진한다면 → 옳거나 최소한 옳지 않은 것은 아님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도덕 개념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옳음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공리의 원리 위에서만 의미를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408DF3-858D-77A4-6180-A746CD4C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4566A3-4391-8F4C-2972-73F8139318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92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1F42-9477-41B5-8EA1-212835EB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96588C8-4973-508D-FCFA-68FBFD1ABD3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E819AC-500B-F9C0-6F52-CDE22D26ACA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DFE1D-30EC-AC56-E0E8-197DF388169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DC8FA-1CA1-1E07-02C3-1B313DA6BCF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정당성과 불가능성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F99B2-F8CE-A600-1865-4F5ED6EB459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“모든 것을 증명하는 데 쓰이는 원리는 그것 자체를 증명할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누군가 이 원리에 도전할 때조차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알지 못하는 사이에 바로 그 원리로부터 논거를 끌어온다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공리의 원리는 직접 증명 불가능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증명의 출발점이므로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현실에서 인간은 누구나 이 원리에 따라 행동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비판자조차 원리에서 논거를 차용함 → 부정 불가능한 근본 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벤담에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따르면 다른 원리는 결국 변덕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사적 감정에 불과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41D3CF-E22E-2953-CC42-87B55679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8F20AE-D34A-58C5-3614-12A65D9E2B1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50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17C2-223E-F59B-F9CD-BA999F4B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CA7ADE-0B63-E1B4-AF9E-495B20DAAE9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4BA63C-A58A-2BB3-5554-B5241F7F96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11EFC-148D-EDB9-38CD-D6E743124EC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0EE64-D488-443F-F923-9BE52EAB4625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단순히 정치적 이해관계나 관습이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국민의 행복 증진 효과를 근거로 정책을 평가해야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정당성 확보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벤담의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행복 계산법은 오늘날 데이터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정책평가의 기초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최대 다수의 최대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행복”을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수치화하려는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노력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빅데이터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성과관리 시스템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 원리에 따른 정책은 “누가 이익을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얻는가”를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명확히 제시해야 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얼마나 선한지가 아니라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얼마나 큰지에 의해서 평가되는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옳고 그름의 기준이 공리 원리에서 출발 → 윤리와 공직가치의 기초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6DBF4D-0AB0-2888-A8CB-7982D0BA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A68B4C0-C32E-DFFE-0267-173B95DA65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DC2CE6-2900-36FA-EB57-E9B44EEE1A0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859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3360</TotalTime>
  <Words>646</Words>
  <Application>Microsoft Office PowerPoint</Application>
  <PresentationFormat>와이드스크린</PresentationFormat>
  <Paragraphs>51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116</cp:revision>
  <dcterms:created xsi:type="dcterms:W3CDTF">2025-03-10T02:54:00Z</dcterms:created>
  <dcterms:modified xsi:type="dcterms:W3CDTF">2025-09-08T08:18:19Z</dcterms:modified>
</cp:coreProperties>
</file>