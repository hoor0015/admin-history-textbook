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9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orms.gle/DfDejmMK9kFhqpEZ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강의소개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10800000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 수업은 행정학의 사상적 기초와 이론적 발전 과정을 역사적 맥락 속에서 탐구한다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공화주의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공리주의 등 전통사상에서부터 근대 정치철학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행태주의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신공공관리론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거버넌스론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공공가치론에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이르기까지 다양한 사조가 행정이론과 실천에 미친 영향을 비판적으로 분석한다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통해 행정학의 형성과 진화 과정을 통합적으로 이해하고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이론과 실제의 상호작용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시대별 가치전환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행정의 윤리적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민주적 정당성을 성찰할 수 있는 지적 기반을 제공한다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D45278-EEA9-0F14-0C05-120AA72D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BC18-D20A-C41C-B6CC-7E7C1D60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0E3A3-347E-2EC6-2522-C278CE92B2A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57CA0-2AC8-F1A4-89C2-9C77885350A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56B29-6D30-8630-EB0C-24F9EB08B8D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교육목적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AE03D-7E1B-7EF1-198F-7E3960589976}"/>
              </a:ext>
            </a:extLst>
          </p:cNvPr>
          <p:cNvSpPr txBox="1"/>
          <p:nvPr/>
        </p:nvSpPr>
        <p:spPr>
          <a:xfrm>
            <a:off x="1080000" y="1671816"/>
            <a:ext cx="108000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사상적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역사적 배경에 대한 비판적 통찰을 함양한다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다양한 시대적 행정이론과 정치철학이 행정실천에 미친 영향을 분석한다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행정이론의 이념적 지향과 가치적 함의를 이해하고 현대 행정 문제에 적용한다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이론적 전환 과정을 체계적으로 정리하고 비교적 관점을 기른다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윤리성 등 행정의 핵심 가치에 대한 학술적 성찰을 촉진한다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580F6F-FDE1-4AAE-CAAF-EED9EE24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2C7652-235D-73D0-5748-9284027AA4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EF001D-BF34-BD1B-F756-140CDD32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50FC4-FA54-6BD9-5E19-B4578CF8CE4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18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41824-1C46-15FB-7B10-FA7704B0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232F54-3BFA-E28B-4187-D44DADD1681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C089C0-6257-FA9C-BAA4-9F8F1992062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7B2A0-8190-108C-26A0-539B773C93ED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학습성과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FFC85-CCAE-B2D8-B5F4-0D2DF3B1CDDC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철학적 기원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공화주의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공리주의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설명할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 정치행정 사상의 핵심 개념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이해하고 설명할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제도적 정립과 역사적 전개를 시대별로 분석할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행태주의 이론 등 조직이론의 흐름을 비교하고 평가할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대표관료제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신공공관리론 등 현대 행정이론의 가치지향을 설명할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협력적 거버넌스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공공가치론 등 최근 행정의 흐름과 실천적 함의를 분석할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D76DC0E-6A9E-491F-8241-9E925587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43FB26-53FD-37F4-EB66-F1CC7571A2E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2B210F-55DA-DB4E-AEF0-EB8629A3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75912-D7D2-9FAC-CBFE-8CC4FADF63C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58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3D9AE-349F-712D-42F4-6655769F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88EE9F6-E35C-4BBF-4C8C-8537FC3F1CB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63496B-E5E9-F341-C4AB-A46B1A16899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444FC-ACBF-4662-546E-9B8BE106D6D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강의 유형과 운영방식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57584-E839-E3D8-4942-9D05DC95194E}"/>
              </a:ext>
            </a:extLst>
          </p:cNvPr>
          <p:cNvSpPr txBox="1"/>
          <p:nvPr/>
        </p:nvSpPr>
        <p:spPr>
          <a:xfrm>
            <a:off x="1080000" y="1671816"/>
            <a:ext cx="10800000" cy="434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대면강의로 진행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블렌디드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매주 수요일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교시 수업은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사전녹화강의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약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 분량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수강기한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수요일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09:00 ~ 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다음주 월요일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10:30, 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수요일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09:00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까지 지각 처리</a:t>
            </a:r>
            <a:endParaRPr lang="en-US" altLang="ko-KR" sz="2400" dirty="0">
              <a:solidFill>
                <a:srgbClr val="FF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추석연휴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사전녹화강의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KW All Care Week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27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10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29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녹화강의로 대체 예정임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학술제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8C0D7E-D29C-5929-C1E9-15949FB84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EE1BB6D-F89F-1213-D968-F192D41D708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C0AA33-709D-71A8-4F4E-BF41C769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50E72-DAFD-E404-973C-C95C4D39972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69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C7FA-5424-9384-0745-D6967B73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BC9DACC-28F1-7397-905C-A662660137C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1244E7-E288-E62D-45B8-43446D01038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09380-B2B7-BD71-B4F2-A9F47B43AA5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수업자료와 과제 안내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9B13CA-D297-7891-8905-A4D140EBCD6C}"/>
              </a:ext>
            </a:extLst>
          </p:cNvPr>
          <p:cNvSpPr txBox="1"/>
          <p:nvPr/>
        </p:nvSpPr>
        <p:spPr>
          <a:xfrm>
            <a:off x="1080000" y="1671816"/>
            <a:ext cx="10800000" cy="24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수업자료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PPT + PDF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읽기자료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 제출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(1p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초과 금지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주전 주제 공지 예정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대표관료제의 등장배경을 설명하고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장점과 단점에 대해서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논의하시오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유의사항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보고서 작성시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제한없는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활용이 가능함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272B70A-043F-0E09-8E08-B5D03595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B3B85C2-7D13-B739-F5FF-4F7B1A67F1D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BDB361-27BF-54B2-43FF-9CCC9FC2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A695D-A84B-E65C-8F3A-813D7DAC5D8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22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408F-4FE2-A46F-880D-2F15742B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A728F5-D887-EDC7-6DF4-0DA50ABD4A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A49336-FB63-1820-D088-7C758EE23EB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B98E8-F395-D4C4-9089-EBD7C16DC42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성적 산정방식과 시험 안내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082A3E-9AEF-7A04-EF28-3BCD4778BBAA}"/>
              </a:ext>
            </a:extLst>
          </p:cNvPr>
          <p:cNvSpPr txBox="1"/>
          <p:nvPr/>
        </p:nvSpPr>
        <p:spPr>
          <a:xfrm>
            <a:off x="1080000" y="1671816"/>
            <a:ext cx="10800000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(20%),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(20%),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(40%)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(20%)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상대평가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(A: 30%, B: 40%, C: 30%)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 보고서 대체 예정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(AI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 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 우수 보고서는 행정학과 학술상 추천 예정</a:t>
            </a:r>
            <a:endParaRPr lang="en-US" altLang="ko-KR" sz="2400" dirty="0">
              <a:solidFill>
                <a:srgbClr val="FF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대면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시험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오픈북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AI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 가능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서술형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단답형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객관식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/OX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혼합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유의사항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 답안은 이메일로 제출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시험시간 엄수 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이메일 도착시간 기준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en-US" altLang="ko-KR" sz="2400" u="sng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275599-157B-6700-B2A2-26C464647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F38D265-A2A2-625F-C5B3-4FDDF5BBDB1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D91C7C-4823-6D62-71AD-D6B5084E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0924F-303C-7015-35FD-CDD2D47EDD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109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516D0-6969-BDE4-F992-19A04B9C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816959-9628-BE40-80A0-1DA491C11DD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53499A-E8EC-619B-F718-93FB5CA1DD4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2147F3-8A5D-A379-A422-FE51A15B0B93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기타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32A9D-BE51-17A3-331F-758D2985E9AA}"/>
              </a:ext>
            </a:extLst>
          </p:cNvPr>
          <p:cNvSpPr txBox="1"/>
          <p:nvPr/>
        </p:nvSpPr>
        <p:spPr>
          <a:xfrm>
            <a:off x="1080000" y="1671816"/>
            <a:ext cx="10800000" cy="24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항상 적극적인 학생 참여를 기대하고 또 기대함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수업시간 가급적 노트북을 지참하고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워드 프로그램 활용을 장려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 관련 질문 또는 상담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이메일 또는 카톡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수강생 예비조사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hlinkClick r:id="rId2"/>
              </a:rPr>
              <a:t>https://forms.gle/DfDejmMK9kFhqpEZ7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670D87-171C-A652-4CA0-7541B9D94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C6BCB4-7998-D2B5-89B7-46E6D9AC8A0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CDF24F-0588-FFB6-25CF-5E1B708E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769A6-C646-A402-5CBD-65650AEA9DC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05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535</Words>
  <Application>Microsoft Office PowerPoint</Application>
  <PresentationFormat>와이드스크린</PresentationFormat>
  <Paragraphs>61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39</cp:revision>
  <dcterms:created xsi:type="dcterms:W3CDTF">2025-03-10T02:54:00Z</dcterms:created>
  <dcterms:modified xsi:type="dcterms:W3CDTF">2025-09-01T05:29:14Z</dcterms:modified>
</cp:coreProperties>
</file>