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324" r:id="rId3"/>
    <p:sldId id="357" r:id="rId4"/>
    <p:sldId id="336" r:id="rId5"/>
    <p:sldId id="358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258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E12E-ADA0-7259-2468-47250DD8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CB95F5-AE74-2386-0187-A01D5949FA3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BE5E5-7FA3-9322-9C8F-35F44E099A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9073B-E4C0-C55E-62F1-69A6BC9EABB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D850C-E30F-F7A9-32E0-AF61EABF360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조지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H.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프레드릭슨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310425-0E19-C9CC-3615-51232541E795}"/>
              </a:ext>
            </a:extLst>
          </p:cNvPr>
          <p:cNvSpPr txBox="1"/>
          <p:nvPr/>
        </p:nvSpPr>
        <p:spPr>
          <a:xfrm>
            <a:off x="1080000" y="1671814"/>
            <a:ext cx="8272230" cy="445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H.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프레드릭슨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(1934~)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현대 행정학의 가장 영향력 있는 학자 중 한 명으로 스스로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 일반주의자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라고 칭함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시라큐스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캔자스 대학교에서 교수로 재직했으며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미국행정학회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(ASPA)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회장을 역임했으며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JPART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창립 편집장이기도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그의 가장 큰 업적은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형평성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(Social Equity)'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행정의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기둥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(Third Pillar)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정립한 것임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기존 행정학이 효율성에만 몰두할 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그는 행정이 누구를 위해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존재하는가라는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근본적인 질문을 던졌음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3706CF-52F4-DA56-5AAC-3E7DBA9D5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D881C1-CADA-71FE-54FF-705A17B829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DF7EFE06-B4FE-7F2A-9BC7-BBFB128BB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123" y="2129322"/>
            <a:ext cx="1870915" cy="267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4745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23FEB-7887-9B9F-4CA6-2CAE79E40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395600C-2149-89DC-C3D3-F72A3C818F8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60A1E9E-1E54-8FBE-1AB4-9DFD5FB2E16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1A152C-62DF-89A7-0C0E-27387B29F210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95BE1F-DA32-63FD-5F86-7E51F0EF8CF3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조지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H.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프레드릭슨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35A210-3796-2B4E-36D9-C12737980E5B}"/>
              </a:ext>
            </a:extLst>
          </p:cNvPr>
          <p:cNvSpPr txBox="1"/>
          <p:nvPr/>
        </p:nvSpPr>
        <p:spPr>
          <a:xfrm>
            <a:off x="1079999" y="1671814"/>
            <a:ext cx="10173457" cy="445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프레드릭슨은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우드로 윌슨 이후 행정학을 지배해 온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능률성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이라는 두 가지 가치만으로는 현대 사회의 문제를 해결할 수 없다고 보았음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그는 이 두 가치와 동등한 지위에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형평성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올려놓아야 한다고 주장함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기둥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형평성은 단순한 기회의 평등이 아니라 행정 서비스의 결과가 사회적 약자나 소수자에게 불리하게 작용하지 않는지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결과의 공정성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따지는 적극적인 개념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행정가가 중립을 지킨다는 것은 결과적으로 기득권층을 옹호하는 결과를 낳기 때문에 행정가는 적극적으로 불평등을 시정하고 민주적 가치를 실현해야 할 도덕적 의무가 있다고 강조함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28B4DFE-8FC6-934A-A4C6-9F2B1B3FA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1E24DC8-8E4B-E83E-4E69-5E95B801710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569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CF140-E839-F968-F8BD-78EB1E35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0275A78-AAD2-2ED1-2F99-D25BA1EE925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93C027-BEF6-0685-CC6A-A0F12FD4CD4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A0DDD-8C3C-00A0-16EC-3EA0FBC7E61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54C05F-D8E9-8056-32B3-C3DB920D5BDD}"/>
              </a:ext>
            </a:extLst>
          </p:cNvPr>
          <p:cNvSpPr txBox="1"/>
          <p:nvPr/>
        </p:nvSpPr>
        <p:spPr>
          <a:xfrm>
            <a:off x="1235998" y="757300"/>
            <a:ext cx="610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고전적 행정학의 한계와 새로운 도전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BBB75D-7BF1-FF46-AB88-DA3B04C3A6A4}"/>
              </a:ext>
            </a:extLst>
          </p:cNvPr>
          <p:cNvSpPr txBox="1"/>
          <p:nvPr/>
        </p:nvSpPr>
        <p:spPr>
          <a:xfrm>
            <a:off x="1079999" y="1671814"/>
            <a:ext cx="10390741" cy="445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어떤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것에든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새롭다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꼬리표를 붙이는 것은 위험한 일이다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신행정학의 일부는 플라톤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홉스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마키아벨리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해밀턴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제퍼슨뿐만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많은 현대 행태주의 이론가들도 알아볼 수 있을 것이다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우리는 가치들에 대한 반란과 함께 새로운 대표성 양식을 찾는 현상을 목격하고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신행정학은 완전히 무에서 창조된 것이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과거의 정치철학적 가치를 현재 상황에 맞게 재해석한 것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대표성과 전문성 사이에서 균형을 잃은 행정에 대한 반작용이자 새로운 형태의 행정적 대표성을 찾으려는 시도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B0A0413-608E-05F3-0729-517270038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EC40F1B-DE9A-AAAB-F05F-55A910CFFF5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357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7E2D7-BA04-A166-9E5D-43E7ED39C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EBB2F2F-9167-B8E3-5801-4C08B6DEDA7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7FA61D9-44A3-C758-F562-44EB593B706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33DF15-924F-6B23-59BC-22D64332BBF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4DD6E8-847A-28E8-2FD4-623CA3231573}"/>
              </a:ext>
            </a:extLst>
          </p:cNvPr>
          <p:cNvSpPr txBox="1"/>
          <p:nvPr/>
        </p:nvSpPr>
        <p:spPr>
          <a:xfrm>
            <a:off x="1235998" y="757300"/>
            <a:ext cx="610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능률성을 넘어 형평성으로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83FB28-69EA-B255-68E2-C28C0E307952}"/>
              </a:ext>
            </a:extLst>
          </p:cNvPr>
          <p:cNvSpPr txBox="1"/>
          <p:nvPr/>
        </p:nvSpPr>
        <p:spPr>
          <a:xfrm>
            <a:off x="1079999" y="1671814"/>
            <a:ext cx="10390741" cy="390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행정학의 논리적 근거는 거의 항상 더 나은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더 능률적이거나 경제적인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신행정학은 이 고전적인 목표와 근거에 사회적 형평성을 추가한다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신행정학은 다음 질문을 추가한다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서비스가 사회적 형평성을 증진하는가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?"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기존 행정학은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어떻게 더 적은 비용으로 더 많은 일을 할까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에만 몰두했으나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프레드릭슨은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여기에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누구를 위한 서비스인가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?"(Equity)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라는 윤리적 질문을 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능률성을 부정하는 것이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능률성이 사회적 정의를 침해해서는 안 된다는 상위 가치를 설정한 것으로 이해할 수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가치의 확장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01251F5-E64A-79EB-5F4D-985CF670F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575BC42-4984-1A7D-BF44-519AD5A3931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518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E8A47-6E8D-A4B5-7AA0-833500D00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F2ACFF1-2DA1-FF2A-7BCA-10DC0E1D37B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4A432B-99F7-8E4F-3EC9-77F08308806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FF2B22-281B-4EE6-F1F7-5F6ACDE1A7D1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503BB5-643D-DEAC-3CB3-C3FE1BAEA5E1}"/>
              </a:ext>
            </a:extLst>
          </p:cNvPr>
          <p:cNvSpPr txBox="1"/>
          <p:nvPr/>
        </p:nvSpPr>
        <p:spPr>
          <a:xfrm>
            <a:off x="1235998" y="757300"/>
            <a:ext cx="610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사회적 형평성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(Social Equity)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 실체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66DF81-65ED-2C2F-62DF-B1B24E79694F}"/>
              </a:ext>
            </a:extLst>
          </p:cNvPr>
          <p:cNvSpPr txBox="1"/>
          <p:nvPr/>
        </p:nvSpPr>
        <p:spPr>
          <a:xfrm>
            <a:off x="1079999" y="1671814"/>
            <a:ext cx="10390741" cy="445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다원주의 정부는 확고히 자리 잡은 안정적인 관료제와 그들의 전문화된 소수 고객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농무부와 대규모 농장주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에게 유리하도록 체계적으로 차별하며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경제적 자원이 부족한 소수자에게는 불리하게 작용한다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소수자들의 박탈을 바로잡으려는 변화를 위해 노력하지 않는 행정은 결국 그 소수자들을 억압하는 데 사용될 것이다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표면적으로 중립적인 관료제가 실제로는 조직화된 이익집단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기득권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에게 유리하게 작동하고 있음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행정가가 불평등을 방관하는 것은 곧 억압에 가담하는 것과 같음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형평성은 단순한 기회의 평등을 넘어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소외된 계층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경제적 자원이 부족한 소수자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복지를 증진하기 위한 적극적인 활동을 포함함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C32A18D-5E12-4CE8-2F2C-43E6B599A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36FAC9B-F888-7833-2838-0351FEF6C08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190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6EE93-F864-0CAF-FE81-044B68CF4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1E848E9-FF89-1F87-343D-1C8586D8F2E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3C1C8F-A8E0-0685-80F9-678269C8155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1B8F51-D111-F14A-8537-618702251CAF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8E7D59-4B97-58EE-7524-2E3ADBD38CA9}"/>
              </a:ext>
            </a:extLst>
          </p:cNvPr>
          <p:cNvSpPr txBox="1"/>
          <p:nvPr/>
        </p:nvSpPr>
        <p:spPr>
          <a:xfrm>
            <a:off x="1235998" y="757300"/>
            <a:ext cx="610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정책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 이분법의 거부와 변화의 주창자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0012F1-427B-5B01-8D68-5B9D31D3A66D}"/>
              </a:ext>
            </a:extLst>
          </p:cNvPr>
          <p:cNvSpPr txBox="1"/>
          <p:nvPr/>
        </p:nvSpPr>
        <p:spPr>
          <a:xfrm>
            <a:off x="1079999" y="1671814"/>
            <a:ext cx="10390741" cy="390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이분법은 경험적 근거가 부족한데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행정가들이 정책을 집행하고 동시에 수립한다는 것이 아주 분명하기 때문이다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행정가들은 중립적이지 않다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그들은 달성해야 할 가치 또는 논리적 근거로서 좋은 관리와 사회적 형평성 모두에 헌신해야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행정가가 정책 결정에서 배제된 단순 집행자라는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이분법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거부함 → 행정가는 이미 정책을 만들고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현상 유지를 위한 관리가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불평등한 구조를 바꾸기 위한 변화를 주도해야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2EA4A16-28B7-DE92-2AE2-06853F522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F0A999B-A988-5E5C-F9DA-D22BB586530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894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46BFA-8FCF-F24D-A38D-A0EEA1D23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42BF6C3-2229-7292-2A42-E3B65596ED3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2111E5-E947-DB61-0DE2-CC5B8B4B557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BCDD05-6D51-E383-9798-D607569E4510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9E616D-80B6-5962-ED2E-F49FDF953A29}"/>
              </a:ext>
            </a:extLst>
          </p:cNvPr>
          <p:cNvSpPr txBox="1"/>
          <p:nvPr/>
        </p:nvSpPr>
        <p:spPr>
          <a:xfrm>
            <a:off x="1235998" y="757300"/>
            <a:ext cx="610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분배 과정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(Distributive Process)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개념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C36090-6880-5271-BEF5-32D5C2D2DBAC}"/>
              </a:ext>
            </a:extLst>
          </p:cNvPr>
          <p:cNvSpPr txBox="1"/>
          <p:nvPr/>
        </p:nvSpPr>
        <p:spPr>
          <a:xfrm>
            <a:off x="1079999" y="1671814"/>
            <a:ext cx="10390741" cy="445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신행정학은 분배의 패턴에 지대한 관심을 갖는다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효용 또는 비용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 분석은 분배 과정의 결과를 이해하려는 주된 기법이다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형평성의 문제를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파고들기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위한 과학적 또는 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과학적 수단을 제공하기 때문이다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."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 서비스의 결과물이 사회 구성원 중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누구에게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돌아가는지를 분석하는 과정임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분석 도구의 재해석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전통적으로 능률성을 따지던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(BC Analysis)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형평성 분석 도구로 전환함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사업의 혜택이 부자에게 가는가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빈자에게 가는가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수치로 입증하여 불평등을 드러내는 것이 신행정학의 접근법임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A441BA8-E665-6604-06AA-01DB237EB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BE01FFF-D90E-1260-F426-52E47405715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017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2CF4B-8F22-36C8-C36B-11F74C57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DDFFC3A-3395-0B5D-07B2-F66CC92DDC1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AB7F50-BD3B-B28B-ACA9-38EB9AED009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92BBC-DB20-3480-98F8-798F21BFCE0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DF4EB1-C32D-C406-4D18-830588CC2CAD}"/>
              </a:ext>
            </a:extLst>
          </p:cNvPr>
          <p:cNvSpPr txBox="1"/>
          <p:nvPr/>
        </p:nvSpPr>
        <p:spPr>
          <a:xfrm>
            <a:off x="1235998" y="757300"/>
            <a:ext cx="610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도구의 활용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6B521E-6111-7542-A681-C53C0BE929FC}"/>
              </a:ext>
            </a:extLst>
          </p:cNvPr>
          <p:cNvSpPr txBox="1"/>
          <p:nvPr/>
        </p:nvSpPr>
        <p:spPr>
          <a:xfrm>
            <a:off x="1079999" y="1671814"/>
            <a:ext cx="10390741" cy="445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 분석은 불평등을 입증할 수 있는 효과적인 수단이 될 수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그것은 입법부와 확고히 자리 잡은 관료제들이 자신들의 분배 결정을 공개적으로 방어하도록 유발할 수 있는 도구이다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교육위원회는 학교와 관할 구역 내 학생들에게 기금을 공평하게 분배하는가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합리적 분석 데이터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(PPB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관료나 의회가 기득권 위주의 예산 배분을 했을 때 이를 공격하고 방어하게 만드는 무기가 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행정가는 단순한 협상가가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데이터를 근거로 형평성을 요구하는 열성분자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(Zealot)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02A199E-417A-542B-9765-563CA429E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09017BF-0E24-8F6E-D0FE-DB2974009DC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76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11B4A-2FA2-BF96-892F-F206DB41C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6810799-0420-48A5-2D50-D1F1083F01A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DD28C2D-B39A-6D89-2D4D-97F529E236B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51CD8D-D7C9-37B1-BC65-CBE5F48D010B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56232C-F2FE-7DCC-06A7-A8658D1E5A5E}"/>
              </a:ext>
            </a:extLst>
          </p:cNvPr>
          <p:cNvSpPr txBox="1"/>
          <p:nvPr/>
        </p:nvSpPr>
        <p:spPr>
          <a:xfrm>
            <a:off x="1235997" y="757300"/>
            <a:ext cx="6848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통합 과정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(Integrative Process) -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구조의 변화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41A8FB-5D2E-AE18-F165-58E247344DA3}"/>
              </a:ext>
            </a:extLst>
          </p:cNvPr>
          <p:cNvSpPr txBox="1"/>
          <p:nvPr/>
        </p:nvSpPr>
        <p:spPr>
          <a:xfrm>
            <a:off x="1079999" y="1671814"/>
            <a:ext cx="10390741" cy="390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신행정학은 아마도 수정된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계층제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시스템을 옹호하는 것으로 가장 잘 이해될 것이다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첫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번째이자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아마도 가장 잘 알려진 것은 프로젝트 또는 매트릭스 기법이다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프로젝트는 정의상 일시적이다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관료제는 해체되거나 자폭하지 않지만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프로젝트는 그렇게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경직된 관료제는 변화에 저항하므로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 사회 문제를 해결하면 해체되는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프로젝트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조직이나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매트릭스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조직을 활용해야 조직 자체가 목적이 되는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생존을 위해 투쟁하는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현상을 막고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 해결을 최우선으로 하는 유연한 구조를 지향할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930451E-028B-891A-3863-CE6C0D78E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65635F3-E77B-7A9C-7781-4D1A3C2D123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626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1295D-471C-2362-F307-B5099681D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C4C9103-0912-1EF6-CB25-B1BA6241FD0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F34A184-21F2-9094-306D-3C6E767CBF0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C894F1-3FAA-3EC2-E379-983EC7C0FBC3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9ED997-3A8C-452A-AC27-0C1397499913}"/>
              </a:ext>
            </a:extLst>
          </p:cNvPr>
          <p:cNvSpPr txBox="1"/>
          <p:nvPr/>
        </p:nvSpPr>
        <p:spPr>
          <a:xfrm>
            <a:off x="1235997" y="757300"/>
            <a:ext cx="6848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권한과 분위기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5E311-1525-6E3D-9370-7B4F073499D7}"/>
              </a:ext>
            </a:extLst>
          </p:cNvPr>
          <p:cNvSpPr txBox="1"/>
          <p:nvPr/>
        </p:nvSpPr>
        <p:spPr>
          <a:xfrm>
            <a:off x="1079999" y="1671814"/>
            <a:ext cx="10390741" cy="390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 관리 조직에서 덜 구조화되고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덜 공식적이며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덜 권위적인 통합 기법을 찾는 탐구는 이제 막 시작되었다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이것은 행정 수행의 변이와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고객 또는 고객 집단의 차이에 기반한 절차 및 적용의 변이를 포함한다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상명하복식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권한 행사를 줄이고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덜 공식적이고 수평적인 통합을 추구함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획일적인 행정 처리가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고객의 특수 상황에 따라 다르게 적용되는 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변이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허용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방식은 단기적으로 비능률적일 수 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구성원의 헌신을 높이고 결과적으로 사회적 형평성을 높인다면 감수할 수 있는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9E8155B-B45C-0B61-3455-3F9F5D5DF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BFE2451-77EF-AEF5-CC10-5653C73284C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537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067A0-444C-F4ED-B67D-46C7F45C3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47E3689-0AF1-E297-1495-6F8855D77DF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57105DD-09F1-27FB-94F8-537F1AC5D33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0094F5-4F65-F34E-4383-FB7C5B201FF7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DEDFAE-127C-1582-A2E9-CB31A9F09CF0}"/>
              </a:ext>
            </a:extLst>
          </p:cNvPr>
          <p:cNvSpPr txBox="1"/>
          <p:nvPr/>
        </p:nvSpPr>
        <p:spPr>
          <a:xfrm>
            <a:off x="1235997" y="757300"/>
            <a:ext cx="913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경계 교환 과정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(Boundary-Exchange Process) -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고객 참여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A3B78D-80A9-BD2A-7891-20DA6F39D1D4}"/>
              </a:ext>
            </a:extLst>
          </p:cNvPr>
          <p:cNvSpPr txBox="1"/>
          <p:nvPr/>
        </p:nvSpPr>
        <p:spPr>
          <a:xfrm>
            <a:off x="1079999" y="1671814"/>
            <a:ext cx="10390741" cy="445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지금까지 참여하지 못했던 소수 집단들의 훨씬 더 높은 고객 참여가 필요하다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소외된 소수 고객 참여의 선호되는 형태는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소외된 소수자들의 이익을 지원하는 분배 결정을 내릴 수 있는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분권화된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조직과의 일상화된 의사소통 패턴일 것이다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."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기존 행정의 고객은 주로 힘 있는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이익집단이었으나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신행정학은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＇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소외된 소수자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＇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핵심 고객으로 정의하고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그들의 삶에 영향을 미치는 결정에 실질적 영향력을 행사할 수 있는 참여를 추구함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이때 중앙집권적 관료제가 아닌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지역 사회 깊숙이 들어간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분권화된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학교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경찰서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소통의 창구가 되어야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D7BDCD9-D949-A895-2FB8-6CA237595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A82C7A5-857D-4541-F854-79C4815E0C9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3293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88213-0A07-A8DA-2305-24D842EE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69490AD-B8B0-DA86-8018-5E90E6182D5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546B77-062C-14D8-D7A6-D1FD8541A70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EA8CB4-0BA8-D0C8-912B-A9E9007D534C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416A28-1FBA-1E0A-7D03-8ADFC2AD94A2}"/>
              </a:ext>
            </a:extLst>
          </p:cNvPr>
          <p:cNvSpPr txBox="1"/>
          <p:nvPr/>
        </p:nvSpPr>
        <p:spPr>
          <a:xfrm>
            <a:off x="1235997" y="757300"/>
            <a:ext cx="913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예산과 운영 방식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924372-650A-28DB-79F9-E2273549C6D4}"/>
              </a:ext>
            </a:extLst>
          </p:cNvPr>
          <p:cNvSpPr txBox="1"/>
          <p:nvPr/>
        </p:nvSpPr>
        <p:spPr>
          <a:xfrm>
            <a:off x="1079999" y="1671814"/>
            <a:ext cx="10390741" cy="445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일종의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역방향 예산 편성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(backward budgeting)'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포함하는데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상세한 회계 처리가 지출 전이 아닌 후에 이루어지므로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조건 하에서는 무엇을 해야 할지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어떤 자료가 필요한지가 조직의 낮은 수준에서 결정된다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역방향 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(Backward Budgeting)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긴급한 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게토의 빈곤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아폴로 계획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해결을 위해 큰 자금을 먼저 배정하고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구체적 사용처는 현장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하위 수준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결정하게 하는 방식임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상부의 통제보다 현장의 문제 해결 능력을 신뢰하고 재량권을 부여하는 방식임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전시행정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A5C8AB0-0689-77E6-E916-0E36E643C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DE9AC17-1188-44C7-9C1D-3993E46E6C9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23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3393B-0C47-CAF6-C984-CF2C7A524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D68AB2B-C06A-B1AB-8887-5B0FBC7CCD2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43D0DCC-8A35-3437-A24D-D0C4CB9F01D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CC3FE3-4C85-6F7C-776A-175D2128015B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F1D77-A0C1-19A8-E494-7E3B956F1C7B}"/>
              </a:ext>
            </a:extLst>
          </p:cNvPr>
          <p:cNvSpPr txBox="1"/>
          <p:nvPr/>
        </p:nvSpPr>
        <p:spPr>
          <a:xfrm>
            <a:off x="1235997" y="757300"/>
            <a:ext cx="913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사회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정서적 과정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(Socio-Emotional Process)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8E292E-6E54-F2AC-0975-C5E2C1582B94}"/>
              </a:ext>
            </a:extLst>
          </p:cNvPr>
          <p:cNvSpPr txBox="1"/>
          <p:nvPr/>
        </p:nvSpPr>
        <p:spPr>
          <a:xfrm>
            <a:off x="1079999" y="1671814"/>
            <a:ext cx="10390741" cy="390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감수성 훈련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T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기법 또는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 발전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광범위한 사용은 신행정학과 양립 가능하다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기법들은 계층제에 대한 개인의 의존도를 낮추고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갈등과 감정을 용인하며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더 큰 위험을 감수하도록 준비시키는 것을 포함한다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."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조직을 기계가 아닌 감정을 가진 인간의 집합체로 봄 → 감수성 훈련 등은 행정가가 위험을 회피하지 않고 도전하도록 도울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 내부가 권위적이고 억압적이라면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아지리스가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분석한 국무부 사례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외부적으로도 형평성을 실현할 수 없음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DEE7482-CC4E-76D1-BC97-4579D8625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731BC2D-1FEA-F5E2-E2FE-09D050DBE19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304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4B716-A737-B2D4-2EC3-D96A96163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4826372-7007-2B26-EF12-16E51C2B4F3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A8CF74-0A26-6444-3B27-21098933C93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4357C0-2EA5-3883-937C-09878E843542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DAAA6A-7561-8367-C331-EFDA4FAF788D}"/>
              </a:ext>
            </a:extLst>
          </p:cNvPr>
          <p:cNvSpPr txBox="1"/>
          <p:nvPr/>
        </p:nvSpPr>
        <p:spPr>
          <a:xfrm>
            <a:off x="1235997" y="757300"/>
            <a:ext cx="913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연구 방법론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- 2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세대 행태주의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41621F-CFDA-3E0E-0BB6-60B051469D13}"/>
              </a:ext>
            </a:extLst>
          </p:cNvPr>
          <p:cNvSpPr txBox="1"/>
          <p:nvPr/>
        </p:nvSpPr>
        <p:spPr>
          <a:xfrm>
            <a:off x="1079999" y="1671814"/>
            <a:ext cx="10390741" cy="445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신행정학은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'2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세대 행태주의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라고 가장 잘 설명될 수 있는 것을 옹호한다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그는 자신의 행태주의를 소위 중립성을 위한 외관으로 사용하려 하지도 않는다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덜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이고 더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덜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이고 더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처방적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덜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중립적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이고 더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규범적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."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단순히 현상을 기술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(Description)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하는 것을 넘어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무엇이 옳은가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대한 해결책을 처방하고자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제도의 내부 작동 원리보다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제도가 고객에게 미치는 영향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(Impact)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분석하는 데 과학적 도구를 사용함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5046DF9-74F3-3E5C-1654-5F8A87D47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47094DC-B7A2-F9A8-5C16-AE0214E379F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723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8BBD1-6518-3BCE-724D-B8EA68C0A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C6EDBD0-176D-9C3B-588C-24887237226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C22AE6-3DD4-E4D3-7C8D-BA84EC7E3A4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757D76-7CD8-DDBD-E18A-B8ADDA2CC7CE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83A603-A089-25A6-0710-79065CFFEE12}"/>
              </a:ext>
            </a:extLst>
          </p:cNvPr>
          <p:cNvSpPr txBox="1"/>
          <p:nvPr/>
        </p:nvSpPr>
        <p:spPr>
          <a:xfrm>
            <a:off x="1235997" y="757300"/>
            <a:ext cx="9139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결론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규범적 토대와 행정학의 미래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2D6751-774C-ED15-89AD-182FAC4DF5A4}"/>
              </a:ext>
            </a:extLst>
          </p:cNvPr>
          <p:cNvSpPr txBox="1"/>
          <p:nvPr/>
        </p:nvSpPr>
        <p:spPr>
          <a:xfrm>
            <a:off x="1079999" y="1671814"/>
            <a:ext cx="10390741" cy="390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형평성의 추구는 행정학에 진정한 규범적 토대를 제공한다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...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신행정학은 입법부의 위임을 가능한 한 능률적이고 경제적으로 수행할 뿐만 아니라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사람의 삶의 질을 더 보편적으로 향상시키는 정책에 영향을 미치고 집행하고자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단순한 집행 기구가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국민의 삶의 질을 개선하고 사회 정의를 실현하는 주체임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냉철한 정책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능력을 갖추면서도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뜨거운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형평성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'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가치를 가슴에 품은 행정가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변화의 주창자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양성하는 것이 신행정학의 목표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1A51133-A9EC-36EE-F177-9806C6685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C78127B-533B-94FA-DBC2-81A4C3EC279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181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4770</TotalTime>
  <Words>1395</Words>
  <Application>Microsoft Office PowerPoint</Application>
  <PresentationFormat>와이드스크린</PresentationFormat>
  <Paragraphs>82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1274</cp:revision>
  <dcterms:created xsi:type="dcterms:W3CDTF">2025-03-10T02:54:00Z</dcterms:created>
  <dcterms:modified xsi:type="dcterms:W3CDTF">2025-12-01T08:09:16Z</dcterms:modified>
</cp:coreProperties>
</file>