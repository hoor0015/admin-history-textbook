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88" r:id="rId4"/>
    <p:sldId id="289" r:id="rId5"/>
    <p:sldId id="290" r:id="rId6"/>
    <p:sldId id="291" r:id="rId7"/>
    <p:sldId id="282" r:id="rId8"/>
    <p:sldId id="265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866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AE178-0E16-E101-2749-DE706D1AD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CFCCFD-481D-3AC9-0A2C-3A34AC311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F646BF-5F40-57C7-D17E-DA03370CA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070DB5-1195-044B-134F-FA67E3418A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0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F66D-90C5-9EF2-4156-69C0E7BD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0AB062-12C7-213F-1598-65E305720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16301E-8EA1-BF52-6D68-F8935DFD9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096F9-2732-8C21-10AE-780D64DBE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885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 dirty="0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텍스트로 보는 행정사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538B085-AC77-42B4-3FD5-036694B9FEE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07BEF2-8BDF-9873-23B6-5F4C4A28C8A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D29FA3-9C64-9080-9086-F5F8B65AACB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619101-F57C-4715-0C74-06E95FADF831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Woodrow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Wilson 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35132-B332-878F-08EB-8ED2D8C7BA03}"/>
              </a:ext>
            </a:extLst>
          </p:cNvPr>
          <p:cNvSpPr txBox="1"/>
          <p:nvPr/>
        </p:nvSpPr>
        <p:spPr>
          <a:xfrm>
            <a:off x="1080000" y="1671816"/>
            <a:ext cx="7946305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W. Wilson(1856~1924):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미국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28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 대통령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정치학자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프린스턴 대학 총장과 뉴저지 주지사를 거쳐 대통령에 당선 → 진보적 개혁과 국제주의적 비전을 추진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The Study of Administration(1887)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통해 행정학을 독립적인 학문 분야로 정립하는데 중요한 기여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근대적 자유주의와 국제질서를 형성하는데 큰 영향을 미침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9B1B26A-21F6-E711-96E7-89F232164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EA05E07-8A4F-4BCB-88B6-01079662320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73065FB-D724-D9F2-6FE3-814D60BAE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5481" y="2014359"/>
            <a:ext cx="238125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466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B4028-7511-EA1B-8DAB-174F749FB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828B9C3-BB16-A630-7119-8649D35C294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B7589DD-6913-7265-2E8D-3C169B92695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3C849F-FDC1-8F7C-4A1F-BD174432A90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8E0DE2-769F-AA4E-60D5-6AD7492E1693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Woodrow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Wilson 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3B8EC4-69E2-0B27-8845-128C50EA7C5C}"/>
              </a:ext>
            </a:extLst>
          </p:cNvPr>
          <p:cNvSpPr txBox="1"/>
          <p:nvPr/>
        </p:nvSpPr>
        <p:spPr>
          <a:xfrm>
            <a:off x="1080000" y="1671816"/>
            <a:ext cx="10019549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윌슨은 미국 행정학의 제도화 과정에서 중요한 역할을 한 학자 출신 대통령 → 정치행정 이원론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프린스턴 대학과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존스홉킨스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대학에서 수학하며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비교정치와 헌정주의 전통에 깊은 관심 → 초기 연구에서 그는 영국 내각제와 미국 대통령제의 차이를 분석하며 제도적 설계의 중요성을 강조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권력분립에 따른 비효율성 강조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프린스턴 총장 시절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그는 교양 중심 교육을 넘어 실용적 학문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특히 행정학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체계화를 추진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59607B1-3F52-FA34-1F3F-21D401DAB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0C8A23A-6243-31B8-CFB3-6B1FBCF03AF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98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9577-1312-359A-4A3F-7DEC0398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358E0E0-A51B-23D2-E5F0-27653A4D896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26AE7E-F0FD-127D-0C41-C00D44FFA7C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3A47F-612C-F945-AFA2-7F0F727CA9E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FD867-15A4-7037-50FD-146605DD8F4B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Woodrow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Wilson 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1554A-EB49-E141-6948-BB93A2869E3B}"/>
              </a:ext>
            </a:extLst>
          </p:cNvPr>
          <p:cNvSpPr txBox="1"/>
          <p:nvPr/>
        </p:nvSpPr>
        <p:spPr>
          <a:xfrm>
            <a:off x="1080001" y="1671816"/>
            <a:ext cx="7991572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1856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버지니아 주에서 태어나 남북전쟁과 재건 시기 남부 사회 속에서 성장 → 인종과 관련한 모순적 태도로 많은 비판 받음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1910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뉴저지 주지사에 당선되어 기존 정당 정치와 결별하며 진보적 개혁을 추진 → 경선제도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노동자 보호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반부패 정책 도입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1912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민주당 대통령 후보로 당선되어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뉴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프리덤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개혁을 추진 → 관세를 낮추고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중앙은행 역할을 하는 연방준비제도를 창설했으며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대기업의 독점을 억제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CD5AEA7-6A25-B753-A56C-9BC9CF44D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B9065C0-C195-9BE2-3D07-69369FA6F95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FF5B9170-33AB-C645-1EE0-F6826B313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5894" y="2007147"/>
            <a:ext cx="2381250" cy="292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17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C03EC-7AAC-EA72-FA18-9067258E5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8178C35-F904-8726-3F79-0BAF2C0D069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E0A602-92A7-C9A5-71EB-28748CA42A9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013405-66F8-53AC-A2A1-7A0DA9744613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9EB1A-F31C-7DB1-96E5-0B9300B98A55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Woodrow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Wilson 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E0DD52-DA53-9CD6-418F-E3602D462D5A}"/>
              </a:ext>
            </a:extLst>
          </p:cNvPr>
          <p:cNvSpPr txBox="1"/>
          <p:nvPr/>
        </p:nvSpPr>
        <p:spPr>
          <a:xfrm>
            <a:off x="1080001" y="1671816"/>
            <a:ext cx="7991572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1916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재선에 성공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“He kept us out of war”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슬로건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1917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독일의 무제한 잠수함 공격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외교 위기참전 결정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 세계대전 공식 참전 선언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윌슨의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14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 조항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(1918)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민족자결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집단안보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자유무역 등을 골자로 하는 새로운 국제규범 제시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구체적으로 공개외교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비밀조약 금지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항해의 자유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무역자유화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군비 축소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식민지 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영토문제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해결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국제연맹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(UN)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설립 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CB2173F-B942-E823-F777-CE7FB6D42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0EC6E23-53C8-6EDA-CE02-CB0B51E819E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B7535F5B-E551-90B2-3D2C-9616FEA35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3608" y="2184148"/>
            <a:ext cx="2161907" cy="281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43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1609-A27E-1810-64FE-A535278E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9B5F0C5-C5C4-F775-8E11-ABF5C280180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3C21F92-2C1D-DC7A-4DA2-C42E542526D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1D3817-AD0D-C9F7-4D30-938E326E4287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r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BA9B6A-E8ED-81A8-A0B1-9D29045A13DC}"/>
              </a:ext>
            </a:extLst>
          </p:cNvPr>
          <p:cNvSpPr txBox="1"/>
          <p:nvPr/>
        </p:nvSpPr>
        <p:spPr>
          <a:xfrm>
            <a:off x="1235998" y="757300"/>
            <a:ext cx="463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Woodrow</a:t>
            </a:r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Wilson 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987681-36DE-3A1C-9A8E-F331E9BB0445}"/>
              </a:ext>
            </a:extLst>
          </p:cNvPr>
          <p:cNvSpPr txBox="1"/>
          <p:nvPr/>
        </p:nvSpPr>
        <p:spPr>
          <a:xfrm>
            <a:off x="1080001" y="1671816"/>
            <a:ext cx="8254122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국제연맹 구상 공로 인정 →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1919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노벨 평화상 수상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행정부 내 흑인 공무원 배제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차별을 제도화하여 아프리카계 미국인의 기회 축소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민주주의 확대라는 공적 비전과 모순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「행정학 연구」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(1887)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통해 정치와 행정을 구분하고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행정을 과학적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관리적 영역으로 발전시켜 현대 행정학의 토대 제공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이상주의적 외교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국제 협력의 상징이지만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국내에서는 보수적 인종정책과 권위주의적 한계로 비판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‘양면적 유산’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00BB6FF-E8F3-6645-92F1-48145AD9D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3135AC7-D2CA-549F-8EC6-449B535750D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2" name="Picture 2" descr="presidents who have won a Nobel Prize ...">
            <a:extLst>
              <a:ext uri="{FF2B5EF4-FFF2-40B4-BE49-F238E27FC236}">
                <a16:creationId xmlns:a16="http://schemas.microsoft.com/office/drawing/2014/main" id="{FF0DAAE7-BFCA-878C-F5CF-0A30552FC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142" y="2328527"/>
            <a:ext cx="1838325" cy="2495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2042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9B09-A9AB-F834-75FB-D7EC04019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5E72E3D-33F7-AE53-27A6-2F867F901663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7C2259-1B6E-7802-357F-96883302F8C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471CD2-B374-CE45-EAD6-A59C264E64CC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808A6C-C929-CF21-8D0F-D612B5D5B51E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</a:t>
            </a:r>
            <a:r>
              <a:rPr lang="en-US" altLang="ko-KR" sz="28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-</a:t>
            </a:r>
            <a:r>
              <a:rPr lang="ko-KR" altLang="en-US" sz="28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이원론의 등장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506F44-2754-ECD1-C6DA-F1A049525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7A7F7A8-57B8-56ED-5C10-485E0816AE8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899B236-9815-C271-3609-074C8FA83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357744"/>
              </p:ext>
            </p:extLst>
          </p:nvPr>
        </p:nvGraphicFramePr>
        <p:xfrm>
          <a:off x="660903" y="1600479"/>
          <a:ext cx="10799999" cy="43167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68326">
                  <a:extLst>
                    <a:ext uri="{9D8B030D-6E8A-4147-A177-3AD203B41FA5}">
                      <a16:colId xmlns:a16="http://schemas.microsoft.com/office/drawing/2014/main" val="2298000539"/>
                    </a:ext>
                  </a:extLst>
                </a:gridCol>
                <a:gridCol w="3106882">
                  <a:extLst>
                    <a:ext uri="{9D8B030D-6E8A-4147-A177-3AD203B41FA5}">
                      <a16:colId xmlns:a16="http://schemas.microsoft.com/office/drawing/2014/main" val="2346310292"/>
                    </a:ext>
                  </a:extLst>
                </a:gridCol>
                <a:gridCol w="3001719">
                  <a:extLst>
                    <a:ext uri="{9D8B030D-6E8A-4147-A177-3AD203B41FA5}">
                      <a16:colId xmlns:a16="http://schemas.microsoft.com/office/drawing/2014/main" val="2238549350"/>
                    </a:ext>
                  </a:extLst>
                </a:gridCol>
                <a:gridCol w="3023072">
                  <a:extLst>
                    <a:ext uri="{9D8B030D-6E8A-4147-A177-3AD203B41FA5}">
                      <a16:colId xmlns:a16="http://schemas.microsoft.com/office/drawing/2014/main" val="2985707232"/>
                    </a:ext>
                  </a:extLst>
                </a:gridCol>
              </a:tblGrid>
              <a:tr h="345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이원론 이전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 </a:t>
                      </a: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이원론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–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 </a:t>
                      </a: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일원론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377029"/>
                  </a:ext>
                </a:extLst>
              </a:tr>
              <a:tr h="60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핵심 개념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정치와 행정의 구분 없음 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→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행정은 정치의 전리품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도구적 기능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정치와 행정을 명확히 구분 → 행정은 정치로부터 독립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정치와 행정은 불가분의 관계 → 본질적으로 연속선상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810869"/>
                  </a:ext>
                </a:extLst>
              </a:tr>
              <a:tr h="345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대표 학자</a:t>
                      </a:r>
                      <a:endPara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19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세기 미국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엽관제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spoils system),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유럽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국가학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Staatswissenschaften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우드로 윌슨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(Woodrow Wilson)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드와이트 왈도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(Dwight Waldo)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505512"/>
                  </a:ext>
                </a:extLst>
              </a:tr>
              <a:tr h="60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정치의 역할</a:t>
                      </a:r>
                      <a:endParaRPr lang="ko-KR" altLang="en-US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인사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행정을 포함해 모든 영역 지배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목표 설정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가치 선택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 과정에도 정치적 가치가 불가피하게 개입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8191139"/>
                  </a:ext>
                </a:extLst>
              </a:tr>
              <a:tr h="603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행정의 역할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정당 보상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후견주의적 임명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집행은 정치 권력의 연장선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합리적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효율적 집행 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(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가치 중립적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정책결정과 집행이 결합된 가치 지향적 활동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559278"/>
                  </a:ext>
                </a:extLst>
              </a:tr>
              <a:tr h="345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장점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민주주의 초기의 정치적 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응답성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인사 보상 통한 충성 확보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행정의 전문성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중립성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민주적 정당성과 현실성 반영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8466287"/>
                  </a:ext>
                </a:extLst>
              </a:tr>
              <a:tr h="345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b="1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한계</a:t>
                      </a:r>
                      <a:endParaRPr lang="ko-KR" altLang="en-US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부패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·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비효율 심화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전문성 결여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정치 현실과의 괴리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가치 판단 회피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행정의 정치화 위험</a:t>
                      </a:r>
                      <a:r>
                        <a:rPr lang="en-US" altLang="ko-KR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, </a:t>
                      </a:r>
                      <a:r>
                        <a:rPr lang="ko-KR" altLang="en-US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전문성 약화 우려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4381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911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45CCE-E8F0-C135-35B6-0A0A5C05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074012D-53DC-5227-4460-626954FF1254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1540394-9316-A9FD-07B1-F3504BF6E4D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EB9B39-7112-A97C-85D0-DCBF35580845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F6F87-C845-7F65-1202-A67F08BC6536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B1A806-ADFC-43B9-E601-626F15663F4D}"/>
              </a:ext>
            </a:extLst>
          </p:cNvPr>
          <p:cNvSpPr txBox="1"/>
          <p:nvPr/>
        </p:nvSpPr>
        <p:spPr>
          <a:xfrm>
            <a:off x="1079999" y="1671814"/>
            <a:ext cx="10390741" cy="349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“나는 실용적 과학이 그것을 알 필요가 없는 곳에서 연구되는 경우를 거의 보지 못했다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매우 실용적인 과학이며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본인을 포함한 교수들이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대학에서 연구하기 시작한 것 자체가 미국 사회가 행정을 더 깊이 이해할 필요성을 보여줌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법과 헌법에 관한 연구만으로는 부족하고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운영 그 자체를 연구 대상으로 삼아야 함 → 행정학은 단순한 학문이 아니라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운영에 직결되는 실천적 지식임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52EA7D-03DC-1C9A-F825-E047209E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6F9F91F-8E91-CC61-BB60-43CBEEAE73DE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324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8AB65-239B-B67A-E79E-E3C984F6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9972E51-93A9-235B-7F42-A7B15EA0250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46F6FFC-A6B2-D5F6-21DB-00D79B5E66F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0BAB4E-A888-4156-FA04-76E14906F47E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8E8BFF-2C16-C565-0650-4126006F99CF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195F6-888E-9AB0-7F4D-4F6D02077C3A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“공무원제도 개혁은 인사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(personnel)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만이 아니라 조직과 방법까지 개선하려는 노력으로 확장되어야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”</a:t>
            </a:r>
            <a:endParaRPr lang="en-US" altLang="ko-KR" sz="2400" i="1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당시 행정개혁의 초점은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엽관제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철폐와 인사 개혁에 머물렀음 → 윌슨은 조직 구조와 행정 방법 자체가 함께 개혁되어야 한다고 주장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연구의 목적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:①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적절히 수행할 수 있는 일은 무엇인가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?②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이를 최대 효율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최소 비용으로 수행하는 방법은 무엇인가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en-US" altLang="ko-KR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</a:t>
            </a:r>
            <a:r>
              <a:rPr lang="ko-KR" altLang="en-US" sz="2400" i="1" u="sng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지도도 나침반도 없이 길을 떠나는 </a:t>
            </a:r>
            <a:r>
              <a:rPr lang="ko-KR" altLang="en-US" sz="2400" i="1" u="sng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셈”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되지 않으려면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연구의 역사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방법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개념을 명확히 해야 한다고 강조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90060C1-9231-5F92-261D-6429D960F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2A7CC6-268F-7246-1E98-0258B064DB0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8178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BB666-177C-51DC-6957-174C302F8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6E19A07-FF8A-D33D-017F-7BACDEC025D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1B1055-9742-17BB-4133-2759638E42D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313E17-2294-0674-FDBC-A2DE678C83A0}"/>
              </a:ext>
            </a:extLst>
          </p:cNvPr>
          <p:cNvSpPr txBox="1"/>
          <p:nvPr/>
        </p:nvSpPr>
        <p:spPr>
          <a:xfrm>
            <a:off x="488280" y="722826"/>
            <a:ext cx="387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122AF-64EB-2786-C322-CA01E0C6D054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21CD9-E973-D227-017D-9DFE422DAC9E}"/>
              </a:ext>
            </a:extLst>
          </p:cNvPr>
          <p:cNvSpPr txBox="1"/>
          <p:nvPr/>
        </p:nvSpPr>
        <p:spPr>
          <a:xfrm>
            <a:off x="1080000" y="1671814"/>
            <a:ext cx="10146298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“행정학이라는 과학은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지금으로부터 약 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2,200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년 전에 시작된 정치학 연구의 가장 늦게 맺힌 열매다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고대부터 정치학은 있었지만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정치는 구성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주권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에만 집중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오랫동안 기술적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실무적 영역으로만 여겨졌으나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근대에 이르러 체계적 연구와 일반화가 가능한 ‘과학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(science)’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 성격을 획득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행정학은 정치와 분리된 운영의 과학으로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정책 집행의 성패를 좌우하는 핵심 학문으로 자리 잡음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C3EE91E-85E2-0259-9EE7-A330D5FE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9B92219-1AE8-7E8C-F2DD-42E45D1ADB1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841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4839-9350-0B1A-6E4F-A047BAABA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DAED0F-13F3-99DB-D906-C753AC44759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12FB2ED-C14D-F030-6060-1974AAB2456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72DC37-0189-A5AC-4E52-20FA77A0073C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D8A9AA-1145-A717-1FD0-7AD4D84F024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5442CE-77BF-DDB3-2835-51AA592C336F}"/>
              </a:ext>
            </a:extLst>
          </p:cNvPr>
          <p:cNvSpPr txBox="1"/>
          <p:nvPr/>
        </p:nvSpPr>
        <p:spPr>
          <a:xfrm>
            <a:off x="1079999" y="1671814"/>
            <a:ext cx="10390741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“질문은 언제나 ‘누가 법을 만들 것인가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그 법은 무엇이 될 것인가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?’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였다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다른 질문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법이 어떻게 집행될 수 있는가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—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는 실무적 세부사항으로 밀려났다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정치철학은 전통적으로 법의 제정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구성에 집중 → 행정의 집행은 부차적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문제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–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행위자 논쟁에서 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권력구조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절대시하는 시각 → 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舊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제도주의적 입장과 연결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입법보다 정책의 효과적 집행이 국가 성패를 좌우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(→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외국의 제도를 도입하면 실제로 잘 작동하는가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FCFEF7-FAB7-466D-4C05-9E893653B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FAB7C23-8E3B-15A6-68AD-B0EDA0919B0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20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9375-CB95-DDEA-6A88-C029A2A2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530ED40-3B64-B453-BA0F-9DEC5388F5D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4417759-32F5-56F0-5442-82313040DB0E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C6F495-A4D2-5335-0876-EC03A77B138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E2D285-7464-4620-3D01-2228E9F44EC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(5)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544F48-CDEA-70D5-5CE9-856202ADF406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“오늘날의 무역 복잡성과 상업적 투기의 난맥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거대한 국가부채의 불길한 탄생은 과거의 단순한 사회에서는 상상할 수 없던 행정적 어려움을 만들어냈다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이제는 정치 논리만으로는 부족하며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섬세한 행정 기술이 요구된다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산업혁명과 국가재정 확대 → 행정의 업무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난제 급증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단순한 정치논리로 해결 불가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관리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운영의 전문성 요구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 행정학은 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 복잡성을 조정하는 핵심 학문으로 자리잡아가고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86A867E-C248-558F-DC70-B0CB65D3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31AA1DC-4428-7041-F9D6-CD510288D2C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120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26D2-C248-8751-D2A9-10FFCFD82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0B0891-BF22-B202-06F2-9D6A7E3FB24C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D82D83C-C628-283B-3D4E-1D44F1271549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B3DFD-8833-78A5-14C4-81F6A96CAF55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F42BC0-8287-AA04-62BE-D309F9EF23AB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(6)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2B5B2-536E-485A-AE32-861D62AE0CC3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“국가에 대한 관념은 곧 행정의 양심이다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새로운 의무를 떠안을 때마다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이를 수행하기 위한 새로운 조직과 방법을 필요로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우편과 철도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전신 사업은 이제 단순한 통치가 아니라 국민 생활의 편의를 위한 필수적 행정이 되었다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국가가 맡은 새로운 의무와 역할을 반영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철도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통신 등 공공 서비스 확대 → 새로운 행정 지식 필요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행정은 국민의 권리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서비스를 보장하는 국가 역할의 반영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F41EDFB-7107-7E1C-949F-EBD5F91C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9CBFF1F-FED7-8633-5BE7-483A5E9B19ED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486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5BDB-4903-F71A-6BBB-DE8DEAA4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18EC4EC-4B13-632E-6FE7-760A4C27C65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4CA311E-1F3E-F244-3443-AE195805B7D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F960C-8EA8-E0A4-8B63-AE07B930DDA0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E9209D-B3E9-C2F4-9285-702E4B3E6B85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(7)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C2DE90-ADDD-3081-BDA4-BB996035B2F4}"/>
              </a:ext>
            </a:extLst>
          </p:cNvPr>
          <p:cNvSpPr txBox="1"/>
          <p:nvPr/>
        </p:nvSpPr>
        <p:spPr>
          <a:xfrm>
            <a:off x="1079999" y="1671814"/>
            <a:ext cx="10390741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“그 과학은 유럽에서 학자들을 찾았다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프랑스와 독일의 교수들에 의해 발전한 행정학은 강력한 중앙집권 국가에 적합하게 다듬어졌다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그러나 미국에서 이 과학은 아직 이질적이며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우리의 자유로운 공기 속에서 다시 태어나야 한다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독일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프랑스 등 중앙집권 국가에서 먼저 발달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미국은 제도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헌법 중심 연구에 머물렀음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미국적 맥락에 맞는 ‘행정학의 미국화’ 필요 → 비교학문으로 발전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C67B044-4A2E-CCED-5E3C-E684542F8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4933A27-151A-1046-F40C-4114A0C104B4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189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B10E-2E48-0570-869E-BF7A7144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7E99E33-AFF6-051D-A3D9-CD94E64C05E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AB8D3B-27BF-19E3-AD00-48BBDB8BEB56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DC0881-7286-636F-3800-B026C0878AED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26FA6E-5C3B-2381-78D0-AC7CCA1CC8AC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(8)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DE0F0-3C62-F3C1-4FC4-1B3488762ABA}"/>
              </a:ext>
            </a:extLst>
          </p:cNvPr>
          <p:cNvSpPr txBox="1"/>
          <p:nvPr/>
        </p:nvSpPr>
        <p:spPr>
          <a:xfrm>
            <a:off x="1079999" y="1671814"/>
            <a:ext cx="10390741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“민주정이 군주정보다 행정을 조직하기가 더 어렵다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한 사람의 의지는 단순하고 신속하지만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다수의 여론은 수많은 이기심과 편견이 합쳐진 것이어서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개혁은 언제나 지체되고 타협 속에 추진될 수밖에 없다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군주제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단일 의지로 행정 효율성 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민주정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다수 여론의 지배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여론은 분산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비합리적이어서 조정에 시간이 필요함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민주주의 체제일수록 그러하므로 행정의 경제적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기술적 효율성을 확보하기 위한 행정과학 연구가 절실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오늘날에도 민주적 정당성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vs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 효율성은 핵심 긴장영역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8015D03-592B-C2E5-C666-EC7154164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0C698C-8DC8-5634-EA33-2835A618A2B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50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05D5A-2EEB-3CB0-C95C-205C9548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9537BC4-AE2F-A39B-A323-3DF0D22531EA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D842BF-A880-6A61-990A-6A8D77D0677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BE60D6-957C-CD6E-311A-539000C22EEF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EF550C-5BBA-9A1F-0AFC-07218272AB8C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행정학 연구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(9)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4A6338-CE94-883C-AC21-9A474A2CC1F9}"/>
              </a:ext>
            </a:extLst>
          </p:cNvPr>
          <p:cNvSpPr txBox="1"/>
          <p:nvPr/>
        </p:nvSpPr>
        <p:spPr>
          <a:xfrm>
            <a:off x="1079999" y="1671814"/>
            <a:ext cx="10390741" cy="397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“행정 연구의 목적은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첫째 정부가 적절하고도 성공적으로 할 수 있는 일이 무엇인지를 발견하고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둘째 그것을 어떻게 최고의 효율과 최소의 비용으로 수행할 수 있는지를 밝히는 데 있다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이러한 것들을 알지 못한 채 출발한다면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우리는 지도도 나침반도 없이 길을 떠나는 셈이 될 것이다</a:t>
            </a:r>
            <a:r>
              <a:rPr lang="en-US" altLang="ko-KR" sz="2400" i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.”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행정학은 정당 간 권력 투쟁이나 이념적 논쟁을 다루기보다는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정부가 실제로 어떻게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운영되는지의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구체적 과제를 탐구하는 학문 → 단순한 원리나 선언을 넘어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조직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서비스 전달 등 운영 기술을 과학적으로 분석하고 개선하려는 노력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62517A9-48C6-A172-11B4-2EB4ED9AE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177AD5B-0342-BBB3-E1C6-411D820D866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14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AE0E1-1502-13A0-425D-DD478622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8A95988-8A7F-3599-D45E-825CF59AD06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5B1741-0D12-52E9-725E-AF798684F868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699520-820A-541E-BB3B-4585D1D0C6A1}"/>
              </a:ext>
            </a:extLst>
          </p:cNvPr>
          <p:cNvSpPr txBox="1"/>
          <p:nvPr/>
        </p:nvSpPr>
        <p:spPr>
          <a:xfrm>
            <a:off x="360000" y="722826"/>
            <a:ext cx="644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99B868-219C-6A8C-5F60-E9AA9CAA8DE1}"/>
              </a:ext>
            </a:extLst>
          </p:cNvPr>
          <p:cNvSpPr txBox="1"/>
          <p:nvPr/>
        </p:nvSpPr>
        <p:spPr>
          <a:xfrm>
            <a:off x="1235999" y="757300"/>
            <a:ext cx="4133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소결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BAFF64-6484-28A1-6DC2-BDA6FA90CE19}"/>
              </a:ext>
            </a:extLst>
          </p:cNvPr>
          <p:cNvSpPr txBox="1"/>
          <p:nvPr/>
        </p:nvSpPr>
        <p:spPr>
          <a:xfrm>
            <a:off x="1079999" y="1671814"/>
            <a:ext cx="10390741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근대 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복잡성 속에서 행정은 더 이상 단순한 집행이 아닌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 운영의 핵심 기술로 자리 잡음 → 오늘날의 산업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재정의 복잡성은 훨씬 증대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디지털 정부 혁신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팬데믹 대응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기후위기 정책 등은 입법 자체보다 집행 과정의 역량이 성패를 좌우할 수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코로나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19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백신 보급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AI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우리 나라의 경우도 행정 집행 과정의 효율성과 전문성 확보에 대한 다양한 연구가 더 많이 이뤄지고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연구 성과를 정책에 반영할 필요가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쓰레기 종량제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버스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중앙차로제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환승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규제영향분석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6C21F3B-FCBA-66B9-D827-59CEF93E7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307B34A-5F85-6A0D-373E-F1E92EEA0D8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224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3539</TotalTime>
  <Words>1343</Words>
  <Application>Microsoft Office PowerPoint</Application>
  <PresentationFormat>와이드스크린</PresentationFormat>
  <Paragraphs>123</Paragraphs>
  <Slides>18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경기천년제목 Bold</vt:lpstr>
      <vt:lpstr>경기천년제목 Light</vt:lpstr>
      <vt:lpstr>맑은 고딕</vt:lpstr>
      <vt:lpstr>이사만루체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287</cp:revision>
  <dcterms:created xsi:type="dcterms:W3CDTF">2025-03-10T02:54:00Z</dcterms:created>
  <dcterms:modified xsi:type="dcterms:W3CDTF">2025-09-21T05:51:09Z</dcterms:modified>
</cp:coreProperties>
</file>